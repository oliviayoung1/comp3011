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3AA2BC-5DE2-43ED-BD50-5648F3573E48}" v="24" dt="2026-03-11T18:58:17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via Young [sc23oy]" userId="b84323ae-035f-4700-86d4-655e8762e7c0" providerId="ADAL" clId="{A8DDCF3F-7130-4FCD-9B9F-0B269E88AB4C}"/>
    <pc:docChg chg="undo custSel addSld delSld modSld">
      <pc:chgData name="Olivia Young [sc23oy]" userId="b84323ae-035f-4700-86d4-655e8762e7c0" providerId="ADAL" clId="{A8DDCF3F-7130-4FCD-9B9F-0B269E88AB4C}" dt="2026-03-11T18:58:20.867" v="8696" actId="20577"/>
      <pc:docMkLst>
        <pc:docMk/>
      </pc:docMkLst>
      <pc:sldChg chg="addSp delSp modSp mod delDesignElem">
        <pc:chgData name="Olivia Young [sc23oy]" userId="b84323ae-035f-4700-86d4-655e8762e7c0" providerId="ADAL" clId="{A8DDCF3F-7130-4FCD-9B9F-0B269E88AB4C}" dt="2026-03-11T18:54:10.161" v="8408" actId="207"/>
        <pc:sldMkLst>
          <pc:docMk/>
          <pc:sldMk cId="671654881" sldId="256"/>
        </pc:sldMkLst>
        <pc:spChg chg="mod">
          <ac:chgData name="Olivia Young [sc23oy]" userId="b84323ae-035f-4700-86d4-655e8762e7c0" providerId="ADAL" clId="{A8DDCF3F-7130-4FCD-9B9F-0B269E88AB4C}" dt="2026-03-11T18:54:10.161" v="8408" actId="207"/>
          <ac:spMkLst>
            <pc:docMk/>
            <pc:sldMk cId="671654881" sldId="256"/>
            <ac:spMk id="2" creationId="{D7271C4A-593C-C3B9-5FB1-156B4356477B}"/>
          </ac:spMkLst>
        </pc:spChg>
        <pc:spChg chg="mod">
          <ac:chgData name="Olivia Young [sc23oy]" userId="b84323ae-035f-4700-86d4-655e8762e7c0" providerId="ADAL" clId="{A8DDCF3F-7130-4FCD-9B9F-0B269E88AB4C}" dt="2026-03-11T18:53:01.862" v="8403" actId="26606"/>
          <ac:spMkLst>
            <pc:docMk/>
            <pc:sldMk cId="671654881" sldId="256"/>
            <ac:spMk id="3" creationId="{1A589FDD-3A1E-A1BE-4C58-4F304E17638D}"/>
          </ac:spMkLst>
        </pc:spChg>
        <pc:spChg chg="add">
          <ac:chgData name="Olivia Young [sc23oy]" userId="b84323ae-035f-4700-86d4-655e8762e7c0" providerId="ADAL" clId="{A8DDCF3F-7130-4FCD-9B9F-0B269E88AB4C}" dt="2026-03-11T18:50:44.781" v="8370"/>
          <ac:spMkLst>
            <pc:docMk/>
            <pc:sldMk cId="671654881" sldId="256"/>
            <ac:spMk id="4" creationId="{845EDBCD-D479-BAAE-D084-9476C108E45B}"/>
          </ac:spMkLst>
        </pc:spChg>
        <pc:spChg chg="add mod">
          <ac:chgData name="Olivia Young [sc23oy]" userId="b84323ae-035f-4700-86d4-655e8762e7c0" providerId="ADAL" clId="{A8DDCF3F-7130-4FCD-9B9F-0B269E88AB4C}" dt="2026-03-11T18:50:51.181" v="8372"/>
          <ac:spMkLst>
            <pc:docMk/>
            <pc:sldMk cId="671654881" sldId="256"/>
            <ac:spMk id="5" creationId="{3490E739-0295-BE35-EB72-DA2A694F9EB7}"/>
          </ac:spMkLst>
        </pc:spChg>
        <pc:spChg chg="add">
          <ac:chgData name="Olivia Young [sc23oy]" userId="b84323ae-035f-4700-86d4-655e8762e7c0" providerId="ADAL" clId="{A8DDCF3F-7130-4FCD-9B9F-0B269E88AB4C}" dt="2026-03-11T18:50:58.294" v="8374"/>
          <ac:spMkLst>
            <pc:docMk/>
            <pc:sldMk cId="671654881" sldId="256"/>
            <ac:spMk id="6" creationId="{DAE1DA4D-7998-4D2D-B035-F79C2F1A8192}"/>
          </ac:spMkLst>
        </pc:spChg>
        <pc:spChg chg="add">
          <ac:chgData name="Olivia Young [sc23oy]" userId="b84323ae-035f-4700-86d4-655e8762e7c0" providerId="ADAL" clId="{A8DDCF3F-7130-4FCD-9B9F-0B269E88AB4C}" dt="2026-03-11T18:51:07.111" v="8375"/>
          <ac:spMkLst>
            <pc:docMk/>
            <pc:sldMk cId="671654881" sldId="256"/>
            <ac:spMk id="7" creationId="{9C2EAED9-3033-794E-DF75-A1D916DCDAEF}"/>
          </ac:spMkLst>
        </pc:spChg>
        <pc:spChg chg="add del">
          <ac:chgData name="Olivia Young [sc23oy]" userId="b84323ae-035f-4700-86d4-655e8762e7c0" providerId="ADAL" clId="{A8DDCF3F-7130-4FCD-9B9F-0B269E88AB4C}" dt="2026-03-11T18:53:02.374" v="8404"/>
          <ac:spMkLst>
            <pc:docMk/>
            <pc:sldMk cId="671654881" sldId="256"/>
            <ac:spMk id="8" creationId="{FFD48BC7-DC40-47DE-87EE-9F4B6ECB9ABB}"/>
          </ac:spMkLst>
        </pc:spChg>
        <pc:spChg chg="add del">
          <ac:chgData name="Olivia Young [sc23oy]" userId="b84323ae-035f-4700-86d4-655e8762e7c0" providerId="ADAL" clId="{A8DDCF3F-7130-4FCD-9B9F-0B269E88AB4C}" dt="2026-03-11T18:53:01.862" v="8403" actId="26606"/>
          <ac:spMkLst>
            <pc:docMk/>
            <pc:sldMk cId="671654881" sldId="256"/>
            <ac:spMk id="9" creationId="{943CAA20-3569-4189-9E48-239A229A86CA}"/>
          </ac:spMkLst>
        </pc:spChg>
        <pc:spChg chg="add del">
          <ac:chgData name="Olivia Young [sc23oy]" userId="b84323ae-035f-4700-86d4-655e8762e7c0" providerId="ADAL" clId="{A8DDCF3F-7130-4FCD-9B9F-0B269E88AB4C}" dt="2026-03-11T18:53:02.374" v="8404"/>
          <ac:spMkLst>
            <pc:docMk/>
            <pc:sldMk cId="671654881" sldId="256"/>
            <ac:spMk id="10" creationId="{E502BBC7-2C76-46F3-BC24-5985BC13DB88}"/>
          </ac:spMkLst>
        </pc:spChg>
        <pc:spChg chg="add del">
          <ac:chgData name="Olivia Young [sc23oy]" userId="b84323ae-035f-4700-86d4-655e8762e7c0" providerId="ADAL" clId="{A8DDCF3F-7130-4FCD-9B9F-0B269E88AB4C}" dt="2026-03-11T18:53:01.862" v="8403" actId="26606"/>
          <ac:spMkLst>
            <pc:docMk/>
            <pc:sldMk cId="671654881" sldId="256"/>
            <ac:spMk id="11" creationId="{DA542B6D-E775-4832-91DC-2D20F857813A}"/>
          </ac:spMkLst>
        </pc:spChg>
        <pc:spChg chg="add del">
          <ac:chgData name="Olivia Young [sc23oy]" userId="b84323ae-035f-4700-86d4-655e8762e7c0" providerId="ADAL" clId="{A8DDCF3F-7130-4FCD-9B9F-0B269E88AB4C}" dt="2026-03-11T18:53:02.374" v="8404"/>
          <ac:spMkLst>
            <pc:docMk/>
            <pc:sldMk cId="671654881" sldId="256"/>
            <ac:spMk id="12" creationId="{C7F28D52-2A5F-4D23-81AE-7CB8B591C7AF}"/>
          </ac:spMkLst>
        </pc:spChg>
        <pc:spChg chg="add del">
          <ac:chgData name="Olivia Young [sc23oy]" userId="b84323ae-035f-4700-86d4-655e8762e7c0" providerId="ADAL" clId="{A8DDCF3F-7130-4FCD-9B9F-0B269E88AB4C}" dt="2026-03-11T18:53:02.374" v="8404"/>
          <ac:spMkLst>
            <pc:docMk/>
            <pc:sldMk cId="671654881" sldId="256"/>
            <ac:spMk id="14" creationId="{3629484E-3792-4B3D-89AD-7C8A1ED0E0D4}"/>
          </ac:spMkLst>
        </pc:spChg>
      </pc:sldChg>
      <pc:sldChg chg="del">
        <pc:chgData name="Olivia Young [sc23oy]" userId="b84323ae-035f-4700-86d4-655e8762e7c0" providerId="ADAL" clId="{A8DDCF3F-7130-4FCD-9B9F-0B269E88AB4C}" dt="2026-03-11T18:50:00.683" v="8334" actId="47"/>
        <pc:sldMkLst>
          <pc:docMk/>
          <pc:sldMk cId="368043844" sldId="257"/>
        </pc:sldMkLst>
      </pc:sldChg>
      <pc:sldChg chg="modSp new mod">
        <pc:chgData name="Olivia Young [sc23oy]" userId="b84323ae-035f-4700-86d4-655e8762e7c0" providerId="ADAL" clId="{A8DDCF3F-7130-4FCD-9B9F-0B269E88AB4C}" dt="2026-03-11T18:55:42.806" v="8427" actId="20577"/>
        <pc:sldMkLst>
          <pc:docMk/>
          <pc:sldMk cId="3853124397" sldId="257"/>
        </pc:sldMkLst>
        <pc:spChg chg="mod">
          <ac:chgData name="Olivia Young [sc23oy]" userId="b84323ae-035f-4700-86d4-655e8762e7c0" providerId="ADAL" clId="{A8DDCF3F-7130-4FCD-9B9F-0B269E88AB4C}" dt="2026-03-11T18:55:42.806" v="8427" actId="20577"/>
          <ac:spMkLst>
            <pc:docMk/>
            <pc:sldMk cId="3853124397" sldId="257"/>
            <ac:spMk id="2" creationId="{55BE5025-0A19-2EEA-5B8B-1A3C2F0947EB}"/>
          </ac:spMkLst>
        </pc:spChg>
      </pc:sldChg>
      <pc:sldChg chg="modSp new mod">
        <pc:chgData name="Olivia Young [sc23oy]" userId="b84323ae-035f-4700-86d4-655e8762e7c0" providerId="ADAL" clId="{A8DDCF3F-7130-4FCD-9B9F-0B269E88AB4C}" dt="2026-03-11T18:55:56.635" v="8446" actId="20577"/>
        <pc:sldMkLst>
          <pc:docMk/>
          <pc:sldMk cId="378291844" sldId="258"/>
        </pc:sldMkLst>
        <pc:spChg chg="mod">
          <ac:chgData name="Olivia Young [sc23oy]" userId="b84323ae-035f-4700-86d4-655e8762e7c0" providerId="ADAL" clId="{A8DDCF3F-7130-4FCD-9B9F-0B269E88AB4C}" dt="2026-03-11T18:55:56.635" v="8446" actId="20577"/>
          <ac:spMkLst>
            <pc:docMk/>
            <pc:sldMk cId="378291844" sldId="258"/>
            <ac:spMk id="2" creationId="{7D7F6484-FB6E-CF3F-A53D-39E2A6DB8B87}"/>
          </ac:spMkLst>
        </pc:spChg>
      </pc:sldChg>
      <pc:sldChg chg="addSp delSp modSp del mod delDesignElem">
        <pc:chgData name="Olivia Young [sc23oy]" userId="b84323ae-035f-4700-86d4-655e8762e7c0" providerId="ADAL" clId="{A8DDCF3F-7130-4FCD-9B9F-0B269E88AB4C}" dt="2026-03-11T18:53:58.897" v="8407" actId="47"/>
        <pc:sldMkLst>
          <pc:docMk/>
          <pc:sldMk cId="491260465" sldId="259"/>
        </pc:sldMkLst>
        <pc:spChg chg="mod">
          <ac:chgData name="Olivia Young [sc23oy]" userId="b84323ae-035f-4700-86d4-655e8762e7c0" providerId="ADAL" clId="{A8DDCF3F-7130-4FCD-9B9F-0B269E88AB4C}" dt="2026-03-11T18:53:55.958" v="8406" actId="20577"/>
          <ac:spMkLst>
            <pc:docMk/>
            <pc:sldMk cId="491260465" sldId="259"/>
            <ac:spMk id="3" creationId="{222DC987-CC45-C74B-4A23-1C03F60DBB3A}"/>
          </ac:spMkLst>
        </pc:spChg>
        <pc:spChg chg="add del">
          <ac:chgData name="Olivia Young [sc23oy]" userId="b84323ae-035f-4700-86d4-655e8762e7c0" providerId="ADAL" clId="{A8DDCF3F-7130-4FCD-9B9F-0B269E88AB4C}" dt="2026-03-11T18:53:02.374" v="8404"/>
          <ac:spMkLst>
            <pc:docMk/>
            <pc:sldMk cId="491260465" sldId="259"/>
            <ac:spMk id="47" creationId="{D1D34770-47A8-402C-AF23-2B653F2D88C1}"/>
          </ac:spMkLst>
        </pc:spChg>
        <pc:picChg chg="del">
          <ac:chgData name="Olivia Young [sc23oy]" userId="b84323ae-035f-4700-86d4-655e8762e7c0" providerId="ADAL" clId="{A8DDCF3F-7130-4FCD-9B9F-0B269E88AB4C}" dt="2026-03-11T18:53:45.289" v="8405" actId="478"/>
          <ac:picMkLst>
            <pc:docMk/>
            <pc:sldMk cId="491260465" sldId="259"/>
            <ac:picMk id="7" creationId="{D795B87B-E5B3-D1CE-C4D8-455D4933DE28}"/>
          </ac:picMkLst>
        </pc:picChg>
      </pc:sldChg>
      <pc:sldChg chg="modSp add mod">
        <pc:chgData name="Olivia Young [sc23oy]" userId="b84323ae-035f-4700-86d4-655e8762e7c0" providerId="ADAL" clId="{A8DDCF3F-7130-4FCD-9B9F-0B269E88AB4C}" dt="2026-03-11T18:56:08.444" v="8483" actId="20577"/>
        <pc:sldMkLst>
          <pc:docMk/>
          <pc:sldMk cId="1193219299" sldId="259"/>
        </pc:sldMkLst>
        <pc:spChg chg="mod">
          <ac:chgData name="Olivia Young [sc23oy]" userId="b84323ae-035f-4700-86d4-655e8762e7c0" providerId="ADAL" clId="{A8DDCF3F-7130-4FCD-9B9F-0B269E88AB4C}" dt="2026-03-11T18:56:08.444" v="8483" actId="20577"/>
          <ac:spMkLst>
            <pc:docMk/>
            <pc:sldMk cId="1193219299" sldId="259"/>
            <ac:spMk id="2" creationId="{6F1F9916-A2CC-0D8C-03DE-5E9D809D39E6}"/>
          </ac:spMkLst>
        </pc:spChg>
      </pc:sldChg>
      <pc:sldChg chg="del">
        <pc:chgData name="Olivia Young [sc23oy]" userId="b84323ae-035f-4700-86d4-655e8762e7c0" providerId="ADAL" clId="{A8DDCF3F-7130-4FCD-9B9F-0B269E88AB4C}" dt="2026-03-11T18:49:59.621" v="8332" actId="47"/>
        <pc:sldMkLst>
          <pc:docMk/>
          <pc:sldMk cId="1044369265" sldId="260"/>
        </pc:sldMkLst>
      </pc:sldChg>
      <pc:sldChg chg="modSp add mod">
        <pc:chgData name="Olivia Young [sc23oy]" userId="b84323ae-035f-4700-86d4-655e8762e7c0" providerId="ADAL" clId="{A8DDCF3F-7130-4FCD-9B9F-0B269E88AB4C}" dt="2026-03-11T18:56:20.405" v="8509" actId="20577"/>
        <pc:sldMkLst>
          <pc:docMk/>
          <pc:sldMk cId="2351747051" sldId="260"/>
        </pc:sldMkLst>
        <pc:spChg chg="mod">
          <ac:chgData name="Olivia Young [sc23oy]" userId="b84323ae-035f-4700-86d4-655e8762e7c0" providerId="ADAL" clId="{A8DDCF3F-7130-4FCD-9B9F-0B269E88AB4C}" dt="2026-03-11T18:56:20.405" v="8509" actId="20577"/>
          <ac:spMkLst>
            <pc:docMk/>
            <pc:sldMk cId="2351747051" sldId="260"/>
            <ac:spMk id="2" creationId="{BDE04E3A-F40E-73E6-6E01-8DDC1A3DA907}"/>
          </ac:spMkLst>
        </pc:spChg>
      </pc:sldChg>
      <pc:sldChg chg="del">
        <pc:chgData name="Olivia Young [sc23oy]" userId="b84323ae-035f-4700-86d4-655e8762e7c0" providerId="ADAL" clId="{A8DDCF3F-7130-4FCD-9B9F-0B269E88AB4C}" dt="2026-03-11T18:49:59.254" v="8331" actId="47"/>
        <pc:sldMkLst>
          <pc:docMk/>
          <pc:sldMk cId="1170655374" sldId="261"/>
        </pc:sldMkLst>
      </pc:sldChg>
      <pc:sldChg chg="modSp add mod">
        <pc:chgData name="Olivia Young [sc23oy]" userId="b84323ae-035f-4700-86d4-655e8762e7c0" providerId="ADAL" clId="{A8DDCF3F-7130-4FCD-9B9F-0B269E88AB4C}" dt="2026-03-11T18:56:36.975" v="8538" actId="20577"/>
        <pc:sldMkLst>
          <pc:docMk/>
          <pc:sldMk cId="3816314487" sldId="261"/>
        </pc:sldMkLst>
        <pc:spChg chg="mod">
          <ac:chgData name="Olivia Young [sc23oy]" userId="b84323ae-035f-4700-86d4-655e8762e7c0" providerId="ADAL" clId="{A8DDCF3F-7130-4FCD-9B9F-0B269E88AB4C}" dt="2026-03-11T18:56:36.975" v="8538" actId="20577"/>
          <ac:spMkLst>
            <pc:docMk/>
            <pc:sldMk cId="3816314487" sldId="261"/>
            <ac:spMk id="2" creationId="{229DF54F-F3CD-323E-809D-8A333C855406}"/>
          </ac:spMkLst>
        </pc:spChg>
      </pc:sldChg>
      <pc:sldChg chg="modSp add mod">
        <pc:chgData name="Olivia Young [sc23oy]" userId="b84323ae-035f-4700-86d4-655e8762e7c0" providerId="ADAL" clId="{A8DDCF3F-7130-4FCD-9B9F-0B269E88AB4C}" dt="2026-03-11T18:56:44.014" v="8560" actId="20577"/>
        <pc:sldMkLst>
          <pc:docMk/>
          <pc:sldMk cId="367813948" sldId="262"/>
        </pc:sldMkLst>
        <pc:spChg chg="mod">
          <ac:chgData name="Olivia Young [sc23oy]" userId="b84323ae-035f-4700-86d4-655e8762e7c0" providerId="ADAL" clId="{A8DDCF3F-7130-4FCD-9B9F-0B269E88AB4C}" dt="2026-03-11T18:56:44.014" v="8560" actId="20577"/>
          <ac:spMkLst>
            <pc:docMk/>
            <pc:sldMk cId="367813948" sldId="262"/>
            <ac:spMk id="2" creationId="{35B036EA-1A7F-3FF8-C4D4-1BA61D986799}"/>
          </ac:spMkLst>
        </pc:spChg>
      </pc:sldChg>
      <pc:sldChg chg="del">
        <pc:chgData name="Olivia Young [sc23oy]" userId="b84323ae-035f-4700-86d4-655e8762e7c0" providerId="ADAL" clId="{A8DDCF3F-7130-4FCD-9B9F-0B269E88AB4C}" dt="2026-03-11T18:50:00.449" v="8333" actId="47"/>
        <pc:sldMkLst>
          <pc:docMk/>
          <pc:sldMk cId="2950505599" sldId="262"/>
        </pc:sldMkLst>
      </pc:sldChg>
      <pc:sldChg chg="addSp delSp modSp add del mod modTransition modNotesTx">
        <pc:chgData name="Olivia Young [sc23oy]" userId="b84323ae-035f-4700-86d4-655e8762e7c0" providerId="ADAL" clId="{A8DDCF3F-7130-4FCD-9B9F-0B269E88AB4C}" dt="2026-03-11T18:49:56.485" v="8329" actId="47"/>
        <pc:sldMkLst>
          <pc:docMk/>
          <pc:sldMk cId="692690863" sldId="263"/>
        </pc:sldMkLst>
      </pc:sldChg>
      <pc:sldChg chg="modSp add mod">
        <pc:chgData name="Olivia Young [sc23oy]" userId="b84323ae-035f-4700-86d4-655e8762e7c0" providerId="ADAL" clId="{A8DDCF3F-7130-4FCD-9B9F-0B269E88AB4C}" dt="2026-03-11T18:57:03.068" v="8605" actId="20577"/>
        <pc:sldMkLst>
          <pc:docMk/>
          <pc:sldMk cId="1762705784" sldId="263"/>
        </pc:sldMkLst>
        <pc:spChg chg="mod">
          <ac:chgData name="Olivia Young [sc23oy]" userId="b84323ae-035f-4700-86d4-655e8762e7c0" providerId="ADAL" clId="{A8DDCF3F-7130-4FCD-9B9F-0B269E88AB4C}" dt="2026-03-11T18:57:03.068" v="8605" actId="20577"/>
          <ac:spMkLst>
            <pc:docMk/>
            <pc:sldMk cId="1762705784" sldId="263"/>
            <ac:spMk id="2" creationId="{8D4B25D9-9557-6DA7-77BB-449196B631BE}"/>
          </ac:spMkLst>
        </pc:spChg>
      </pc:sldChg>
      <pc:sldChg chg="addSp delSp modSp add del mod modTransition">
        <pc:chgData name="Olivia Young [sc23oy]" userId="b84323ae-035f-4700-86d4-655e8762e7c0" providerId="ADAL" clId="{A8DDCF3F-7130-4FCD-9B9F-0B269E88AB4C}" dt="2026-03-11T18:49:56.316" v="8326" actId="47"/>
        <pc:sldMkLst>
          <pc:docMk/>
          <pc:sldMk cId="103231841" sldId="264"/>
        </pc:sldMkLst>
      </pc:sldChg>
      <pc:sldChg chg="modSp add mod">
        <pc:chgData name="Olivia Young [sc23oy]" userId="b84323ae-035f-4700-86d4-655e8762e7c0" providerId="ADAL" clId="{A8DDCF3F-7130-4FCD-9B9F-0B269E88AB4C}" dt="2026-03-11T18:57:39.312" v="8649" actId="20577"/>
        <pc:sldMkLst>
          <pc:docMk/>
          <pc:sldMk cId="2069655191" sldId="264"/>
        </pc:sldMkLst>
        <pc:spChg chg="mod">
          <ac:chgData name="Olivia Young [sc23oy]" userId="b84323ae-035f-4700-86d4-655e8762e7c0" providerId="ADAL" clId="{A8DDCF3F-7130-4FCD-9B9F-0B269E88AB4C}" dt="2026-03-11T18:57:39.312" v="8649" actId="20577"/>
          <ac:spMkLst>
            <pc:docMk/>
            <pc:sldMk cId="2069655191" sldId="264"/>
            <ac:spMk id="2" creationId="{9938A453-4914-66A7-8651-A67347696E77}"/>
          </ac:spMkLst>
        </pc:spChg>
      </pc:sldChg>
      <pc:sldChg chg="addSp modSp add del mod modTransition">
        <pc:chgData name="Olivia Young [sc23oy]" userId="b84323ae-035f-4700-86d4-655e8762e7c0" providerId="ADAL" clId="{A8DDCF3F-7130-4FCD-9B9F-0B269E88AB4C}" dt="2026-03-11T18:49:56.382" v="8327" actId="47"/>
        <pc:sldMkLst>
          <pc:docMk/>
          <pc:sldMk cId="3455920388" sldId="265"/>
        </pc:sldMkLst>
      </pc:sldChg>
      <pc:sldChg chg="modSp add mod">
        <pc:chgData name="Olivia Young [sc23oy]" userId="b84323ae-035f-4700-86d4-655e8762e7c0" providerId="ADAL" clId="{A8DDCF3F-7130-4FCD-9B9F-0B269E88AB4C}" dt="2026-03-11T18:58:20.867" v="8696" actId="20577"/>
        <pc:sldMkLst>
          <pc:docMk/>
          <pc:sldMk cId="4270819387" sldId="265"/>
        </pc:sldMkLst>
        <pc:spChg chg="mod">
          <ac:chgData name="Olivia Young [sc23oy]" userId="b84323ae-035f-4700-86d4-655e8762e7c0" providerId="ADAL" clId="{A8DDCF3F-7130-4FCD-9B9F-0B269E88AB4C}" dt="2026-03-11T18:57:29.237" v="8620"/>
          <ac:spMkLst>
            <pc:docMk/>
            <pc:sldMk cId="4270819387" sldId="265"/>
            <ac:spMk id="2" creationId="{CA0071AC-2385-FD87-623A-83AFAAB312D9}"/>
          </ac:spMkLst>
        </pc:spChg>
        <pc:spChg chg="mod">
          <ac:chgData name="Olivia Young [sc23oy]" userId="b84323ae-035f-4700-86d4-655e8762e7c0" providerId="ADAL" clId="{A8DDCF3F-7130-4FCD-9B9F-0B269E88AB4C}" dt="2026-03-11T18:58:20.867" v="8696" actId="20577"/>
          <ac:spMkLst>
            <pc:docMk/>
            <pc:sldMk cId="4270819387" sldId="265"/>
            <ac:spMk id="3" creationId="{A8361EB4-BD6C-1EDD-E89B-854F7638158B}"/>
          </ac:spMkLst>
        </pc:spChg>
      </pc:sldChg>
      <pc:sldChg chg="add">
        <pc:chgData name="Olivia Young [sc23oy]" userId="b84323ae-035f-4700-86d4-655e8762e7c0" providerId="ADAL" clId="{A8DDCF3F-7130-4FCD-9B9F-0B269E88AB4C}" dt="2026-03-11T18:56:51.693" v="8563"/>
        <pc:sldMkLst>
          <pc:docMk/>
          <pc:sldMk cId="2083742553" sldId="266"/>
        </pc:sldMkLst>
      </pc:sldChg>
      <pc:sldChg chg="addSp modSp add del mod modTransition">
        <pc:chgData name="Olivia Young [sc23oy]" userId="b84323ae-035f-4700-86d4-655e8762e7c0" providerId="ADAL" clId="{A8DDCF3F-7130-4FCD-9B9F-0B269E88AB4C}" dt="2026-03-11T18:49:56.449" v="8328" actId="47"/>
        <pc:sldMkLst>
          <pc:docMk/>
          <pc:sldMk cId="3395940129" sldId="266"/>
        </pc:sldMkLst>
      </pc:sldChg>
      <pc:sldChg chg="del">
        <pc:chgData name="Olivia Young [sc23oy]" userId="b84323ae-035f-4700-86d4-655e8762e7c0" providerId="ADAL" clId="{A8DDCF3F-7130-4FCD-9B9F-0B269E88AB4C}" dt="2026-03-11T18:49:58.779" v="8330" actId="47"/>
        <pc:sldMkLst>
          <pc:docMk/>
          <pc:sldMk cId="1571278518" sldId="267"/>
        </pc:sldMkLst>
      </pc:sldChg>
      <pc:sldChg chg="addSp delSp modSp add del mod modTransition">
        <pc:chgData name="Olivia Young [sc23oy]" userId="b84323ae-035f-4700-86d4-655e8762e7c0" providerId="ADAL" clId="{A8DDCF3F-7130-4FCD-9B9F-0B269E88AB4C}" dt="2026-03-11T18:49:56.266" v="8325" actId="47"/>
        <pc:sldMkLst>
          <pc:docMk/>
          <pc:sldMk cId="782927772" sldId="268"/>
        </pc:sldMkLst>
      </pc:sldChg>
      <pc:sldChg chg="addSp delSp modSp add del mod modTransition setBg">
        <pc:chgData name="Olivia Young [sc23oy]" userId="b84323ae-035f-4700-86d4-655e8762e7c0" providerId="ADAL" clId="{A8DDCF3F-7130-4FCD-9B9F-0B269E88AB4C}" dt="2026-03-11T18:49:45.564" v="8322" actId="47"/>
        <pc:sldMkLst>
          <pc:docMk/>
          <pc:sldMk cId="3335406378" sldId="269"/>
        </pc:sldMkLst>
      </pc:sldChg>
      <pc:sldChg chg="addSp delSp modSp add del mod modTransition">
        <pc:chgData name="Olivia Young [sc23oy]" userId="b84323ae-035f-4700-86d4-655e8762e7c0" providerId="ADAL" clId="{A8DDCF3F-7130-4FCD-9B9F-0B269E88AB4C}" dt="2026-03-11T18:49:56.117" v="8324" actId="47"/>
        <pc:sldMkLst>
          <pc:docMk/>
          <pc:sldMk cId="2490384882" sldId="270"/>
        </pc:sldMkLst>
      </pc:sldChg>
      <pc:sldChg chg="addSp delSp modSp add del mod modTransition">
        <pc:chgData name="Olivia Young [sc23oy]" userId="b84323ae-035f-4700-86d4-655e8762e7c0" providerId="ADAL" clId="{A8DDCF3F-7130-4FCD-9B9F-0B269E88AB4C}" dt="2026-03-11T18:49:45.696" v="8323" actId="47"/>
        <pc:sldMkLst>
          <pc:docMk/>
          <pc:sldMk cId="1752137478" sldId="271"/>
        </pc:sldMkLst>
      </pc:sldChg>
      <pc:sldChg chg="addSp delSp modSp add del mod modTransition modNotesTx">
        <pc:chgData name="Olivia Young [sc23oy]" userId="b84323ae-035f-4700-86d4-655e8762e7c0" providerId="ADAL" clId="{A8DDCF3F-7130-4FCD-9B9F-0B269E88AB4C}" dt="2026-03-11T18:49:45.498" v="8321" actId="47"/>
        <pc:sldMkLst>
          <pc:docMk/>
          <pc:sldMk cId="3744694649" sldId="272"/>
        </pc:sldMkLst>
      </pc:sldChg>
      <pc:sldChg chg="delSp modSp add del mod modTransition setBg">
        <pc:chgData name="Olivia Young [sc23oy]" userId="b84323ae-035f-4700-86d4-655e8762e7c0" providerId="ADAL" clId="{A8DDCF3F-7130-4FCD-9B9F-0B269E88AB4C}" dt="2026-03-11T18:49:45.393" v="8320" actId="47"/>
        <pc:sldMkLst>
          <pc:docMk/>
          <pc:sldMk cId="1741042778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1FB39-7C73-42C7-8108-F0D2130C4F15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95B29-92A4-41AF-8B07-9245100355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86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95B29-92A4-41AF-8B07-92451003559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343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43BF-0C0E-4829-AADD-74D70B798B1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8CFA-6DBF-45D3-8727-4A8DD0B9A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942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43BF-0C0E-4829-AADD-74D70B798B1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8CFA-6DBF-45D3-8727-4A8DD0B9A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325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43BF-0C0E-4829-AADD-74D70B798B1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8CFA-6DBF-45D3-8727-4A8DD0B9A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421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43BF-0C0E-4829-AADD-74D70B798B1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8CFA-6DBF-45D3-8727-4A8DD0B9A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09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43BF-0C0E-4829-AADD-74D70B798B1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8CFA-6DBF-45D3-8727-4A8DD0B9A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71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43BF-0C0E-4829-AADD-74D70B798B1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8CFA-6DBF-45D3-8727-4A8DD0B9A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511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43BF-0C0E-4829-AADD-74D70B798B1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8CFA-6DBF-45D3-8727-4A8DD0B9A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462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43BF-0C0E-4829-AADD-74D70B798B1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8CFA-6DBF-45D3-8727-4A8DD0B9A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863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43BF-0C0E-4829-AADD-74D70B798B1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8CFA-6DBF-45D3-8727-4A8DD0B9A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736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43BF-0C0E-4829-AADD-74D70B798B1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8CFA-6DBF-45D3-8727-4A8DD0B9A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052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043BF-0C0E-4829-AADD-74D70B798B1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8CFA-6DBF-45D3-8727-4A8DD0B9A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81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D7043BF-0C0E-4829-AADD-74D70B798B1E}" type="datetimeFigureOut">
              <a:rPr lang="en-GB" smtClean="0"/>
              <a:t>11/03/2026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B698CFA-6DBF-45D3-8727-4A8DD0B9AC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8286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liviaYoung1/COMP3011/blob/main/docs/API_Documentation.pdf" TargetMode="External"/><Relationship Id="rId2" Type="http://schemas.openxmlformats.org/officeDocument/2006/relationships/hyperlink" Target="https://github.com/OliviaYoung1/COMP301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271C4A-593C-C3B9-5FB1-156B43564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GB" sz="7200" dirty="0"/>
              <a:t>Spotify </a:t>
            </a:r>
            <a:r>
              <a:rPr lang="en-GB" sz="7200" dirty="0">
                <a:solidFill>
                  <a:srgbClr val="00B050"/>
                </a:solidFill>
              </a:rPr>
              <a:t>Playlist</a:t>
            </a:r>
            <a:r>
              <a:rPr lang="en-GB" sz="7200" dirty="0"/>
              <a:t> Curator 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89FDD-3A1E-A1BE-4C58-4F304E1763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785827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GB" sz="1500"/>
              <a:t>COMP 3011</a:t>
            </a:r>
          </a:p>
          <a:p>
            <a:r>
              <a:rPr lang="en-GB" sz="1500"/>
              <a:t>Olivia Young - 201696550</a:t>
            </a:r>
          </a:p>
          <a:p>
            <a:endParaRPr lang="en-GB" sz="15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165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1"/>
    </mc:Choice>
    <mc:Fallback xmlns="">
      <p:transition spd="slow" advTm="2621"/>
    </mc:Fallback>
  </mc:AlternateContent>
  <p:extLst>
    <p:ext uri="{E180D4A7-C9FB-4DFB-919C-405C955672EB}">
      <p14:showEvtLst xmlns:p14="http://schemas.microsoft.com/office/powerpoint/2010/main">
        <p14:playEvt time="87" objId="28"/>
        <p14:stopEvt time="2621" objId="28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E5025-0A19-2EEA-5B8B-1A3C2F094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6E137-3DAC-971C-0E33-655CD76C6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12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6484-FB6E-CF3F-A53D-39E2A6DB8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B20D8-FBB2-F06A-C2B2-F7F073E83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91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E95D5-1CB7-2966-7A72-750840257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F9916-A2CC-0D8C-03DE-5E9D809D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 Control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C766A-6927-01B7-BFC6-23D57B54D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21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1F539-CA6B-F823-1ED8-EF9028A93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4E3A-F40E-73E6-6E01-8DDC1A3D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API Documentation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B0046-A26B-11F7-489F-F7EF94141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747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7D92E-BBC6-0F7F-8A98-ACA14F39D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F54F-F3CD-323E-809D-8A333C85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Report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6EF24-D6EE-9FAD-0905-7441D0FD7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314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9BB60-F3E7-63D7-EBD3-E26831D02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36EA-1A7F-3FF8-C4D4-1BA61D98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283E1-D2C4-7161-C7E5-B60A55E1D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13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B6F64-FC0B-9BCB-AE77-7D992FF88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B25D9-9557-6DA7-77BB-449196B63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3977-3309-F5AC-9AEF-366CA50B0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705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61AF0-EBC5-1744-0C02-A45D9981E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8A453-4914-66A7-8651-A67347696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48774-0E47-74D3-D1E3-7361DB877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655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B30B3-106D-BBF6-DAFA-B09CF0FE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071AC-2385-FD87-623A-83AFAAB3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61EB4-BD6C-1EDD-E89B-854F76381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GitHub repository: </a:t>
            </a:r>
          </a:p>
          <a:p>
            <a:r>
              <a:rPr lang="en-GB" u="sng" dirty="0">
                <a:hlinkClick r:id="rId2"/>
              </a:rPr>
              <a:t>https://github.com/OliviaYoung1/COMP3011</a:t>
            </a:r>
            <a:endParaRPr lang="en-GB" dirty="0"/>
          </a:p>
          <a:p>
            <a:r>
              <a:rPr lang="en-GB" dirty="0"/>
              <a:t>API Documentation: </a:t>
            </a:r>
            <a:r>
              <a:rPr lang="en-GB" u="sng" dirty="0">
                <a:hlinkClick r:id="rId3"/>
              </a:rPr>
              <a:t>https://github.com/OliviaYoung1/COMP3011/blob/main/docs/API_Documentation.pdf</a:t>
            </a:r>
            <a:endParaRPr lang="en-GB" dirty="0"/>
          </a:p>
          <a:p>
            <a:r>
              <a:rPr lang="en-GB" dirty="0"/>
              <a:t>Technical Report: </a:t>
            </a:r>
            <a:r>
              <a:rPr lang="en-GB" u="sng" dirty="0"/>
              <a:t>https://github.com/OliviaYoung1/COMP3011/blob/main/docs/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819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C147-DD41-7546-3417-1A4374B94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024AB-1049-915B-5A89-50699C2CB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AE5D9-ED63-0911-1252-80655F4E8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742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00B050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88</Words>
  <Application>Microsoft Office PowerPoint</Application>
  <PresentationFormat>Widescreen</PresentationFormat>
  <Paragraphs>17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Spotify Playlist Curator API</vt:lpstr>
      <vt:lpstr>Project Overview</vt:lpstr>
      <vt:lpstr>Key  Features</vt:lpstr>
      <vt:lpstr>Version Control Practices</vt:lpstr>
      <vt:lpstr>API Documentation Overview</vt:lpstr>
      <vt:lpstr>Technical Report Highlights</vt:lpstr>
      <vt:lpstr>Implementation Details</vt:lpstr>
      <vt:lpstr>Performance Improvements</vt:lpstr>
      <vt:lpstr>Limitations and Future Work</vt:lpstr>
      <vt:lpstr>Deliverables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Olivia Young [sc23oy]</dc:creator>
  <cp:lastModifiedBy>Olivia Young [sc23oy]</cp:lastModifiedBy>
  <cp:revision>4</cp:revision>
  <dcterms:created xsi:type="dcterms:W3CDTF">2025-10-19T10:52:47Z</dcterms:created>
  <dcterms:modified xsi:type="dcterms:W3CDTF">2026-03-11T18:59:24Z</dcterms:modified>
</cp:coreProperties>
</file>